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1B83E0-435A-478B-B862-1A2ECA440BF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3500E3-687A-480F-BFB6-7AE003F03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2015 – </a:t>
          </a:r>
          <a:r>
            <a:rPr lang="en-US" b="1" dirty="0"/>
            <a:t>RFC </a:t>
          </a:r>
          <a:r>
            <a:rPr lang="en-GB" b="1" dirty="0"/>
            <a:t>7540</a:t>
          </a:r>
          <a:endParaRPr lang="en-US" dirty="0"/>
        </a:p>
      </dgm:t>
    </dgm:pt>
    <dgm:pt modelId="{490B5B6B-E0A6-4325-92DC-C31C70145E7D}" type="parTrans" cxnId="{D0AED675-33A0-42D2-A190-DF9FB4739CBE}">
      <dgm:prSet/>
      <dgm:spPr/>
      <dgm:t>
        <a:bodyPr/>
        <a:lstStyle/>
        <a:p>
          <a:endParaRPr lang="en-US"/>
        </a:p>
      </dgm:t>
    </dgm:pt>
    <dgm:pt modelId="{9E957078-33DB-41FA-BA31-7B9321F7BE81}" type="sibTrans" cxnId="{D0AED675-33A0-42D2-A190-DF9FB4739C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0CDD86-2F17-4612-BC8C-AA4DB1CD6C0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“</a:t>
          </a:r>
          <a:r>
            <a:rPr lang="en-GB" i="1" dirty="0"/>
            <a:t>Streams</a:t>
          </a:r>
          <a:r>
            <a:rPr lang="en-GB" b="1" dirty="0"/>
            <a:t>” - </a:t>
          </a:r>
          <a:r>
            <a:rPr lang="en-GB" dirty="0"/>
            <a:t>bidirectional flow of frames between the client and the server</a:t>
          </a:r>
          <a:endParaRPr lang="en-US" dirty="0"/>
        </a:p>
      </dgm:t>
    </dgm:pt>
    <dgm:pt modelId="{DB5E4AB5-80DE-4DE7-86B6-2320C58098DE}" type="parTrans" cxnId="{C46DDF77-08DF-42B3-AA70-C27FC44FC9B6}">
      <dgm:prSet/>
      <dgm:spPr/>
      <dgm:t>
        <a:bodyPr/>
        <a:lstStyle/>
        <a:p>
          <a:endParaRPr lang="en-US"/>
        </a:p>
      </dgm:t>
    </dgm:pt>
    <dgm:pt modelId="{36B7354E-98B4-4949-8837-D79762E6672A}" type="sibTrans" cxnId="{C46DDF77-08DF-42B3-AA70-C27FC44FC9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D692E2-DF8E-47B6-A2C5-AA00527A91B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Multiplexing</a:t>
          </a:r>
          <a:r>
            <a:rPr lang="en-GB" dirty="0"/>
            <a:t> – multiple requests share the same connection</a:t>
          </a:r>
          <a:endParaRPr lang="en-US" dirty="0"/>
        </a:p>
      </dgm:t>
    </dgm:pt>
    <dgm:pt modelId="{30D544D2-0BD0-4246-B810-36B0460A82FC}" type="parTrans" cxnId="{69D26E5A-74CB-4CAC-A09F-F607EC31AF42}">
      <dgm:prSet/>
      <dgm:spPr/>
      <dgm:t>
        <a:bodyPr/>
        <a:lstStyle/>
        <a:p>
          <a:endParaRPr lang="en-US"/>
        </a:p>
      </dgm:t>
    </dgm:pt>
    <dgm:pt modelId="{CDE22AFB-0C1C-4A73-8DD6-8966BC17853E}" type="sibTrans" cxnId="{69D26E5A-74CB-4CAC-A09F-F607EC31AF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0C83D1-9316-4CA8-928C-DC522CD2010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i="1"/>
            <a:t>RST_STREAM </a:t>
          </a:r>
          <a:r>
            <a:rPr lang="en-GB"/>
            <a:t>frame – used by the client to end the connection</a:t>
          </a:r>
          <a:endParaRPr lang="en-US"/>
        </a:p>
      </dgm:t>
    </dgm:pt>
    <dgm:pt modelId="{3517E058-394C-4720-B360-AC24E5B35F06}" type="parTrans" cxnId="{08229549-35B1-46E0-B7D4-0624E41049D4}">
      <dgm:prSet/>
      <dgm:spPr/>
      <dgm:t>
        <a:bodyPr/>
        <a:lstStyle/>
        <a:p>
          <a:endParaRPr lang="en-US"/>
        </a:p>
      </dgm:t>
    </dgm:pt>
    <dgm:pt modelId="{91A9027F-3E10-4E8F-BE20-1A379A2ECFBB}" type="sibTrans" cxnId="{08229549-35B1-46E0-B7D4-0624E41049D4}">
      <dgm:prSet/>
      <dgm:spPr/>
      <dgm:t>
        <a:bodyPr/>
        <a:lstStyle/>
        <a:p>
          <a:endParaRPr lang="en-US"/>
        </a:p>
      </dgm:t>
    </dgm:pt>
    <dgm:pt modelId="{CAF7244E-6DC0-4B8B-B90D-E221B1E6CD56}" type="pres">
      <dgm:prSet presAssocID="{C91B83E0-435A-478B-B862-1A2ECA440BF6}" presName="root" presStyleCnt="0">
        <dgm:presLayoutVars>
          <dgm:dir/>
          <dgm:resizeHandles val="exact"/>
        </dgm:presLayoutVars>
      </dgm:prSet>
      <dgm:spPr/>
    </dgm:pt>
    <dgm:pt modelId="{C6ACA4BC-3A79-40EC-8DD6-DCB5890884DC}" type="pres">
      <dgm:prSet presAssocID="{C91B83E0-435A-478B-B862-1A2ECA440BF6}" presName="container" presStyleCnt="0">
        <dgm:presLayoutVars>
          <dgm:dir/>
          <dgm:resizeHandles val="exact"/>
        </dgm:presLayoutVars>
      </dgm:prSet>
      <dgm:spPr/>
    </dgm:pt>
    <dgm:pt modelId="{8C207389-C7F8-47EE-9CA4-26AB0A576E48}" type="pres">
      <dgm:prSet presAssocID="{0F3500E3-687A-480F-BFB6-7AE003F03F5E}" presName="compNode" presStyleCnt="0"/>
      <dgm:spPr/>
    </dgm:pt>
    <dgm:pt modelId="{DE20D26C-17D5-4775-B7A4-911943279D14}" type="pres">
      <dgm:prSet presAssocID="{0F3500E3-687A-480F-BFB6-7AE003F03F5E}" presName="iconBgRect" presStyleLbl="bgShp" presStyleIdx="0" presStyleCnt="4"/>
      <dgm:spPr/>
    </dgm:pt>
    <dgm:pt modelId="{0D0CD2E5-2DD0-480E-8F08-0BFB668862D1}" type="pres">
      <dgm:prSet presAssocID="{0F3500E3-687A-480F-BFB6-7AE003F03F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CAB9026-4223-4CFF-85A7-B31F62622649}" type="pres">
      <dgm:prSet presAssocID="{0F3500E3-687A-480F-BFB6-7AE003F03F5E}" presName="spaceRect" presStyleCnt="0"/>
      <dgm:spPr/>
    </dgm:pt>
    <dgm:pt modelId="{D3E9FC23-408F-48E1-A703-9E2ADC4886A5}" type="pres">
      <dgm:prSet presAssocID="{0F3500E3-687A-480F-BFB6-7AE003F03F5E}" presName="textRect" presStyleLbl="revTx" presStyleIdx="0" presStyleCnt="4">
        <dgm:presLayoutVars>
          <dgm:chMax val="1"/>
          <dgm:chPref val="1"/>
        </dgm:presLayoutVars>
      </dgm:prSet>
      <dgm:spPr/>
    </dgm:pt>
    <dgm:pt modelId="{4EE06195-0AE8-42A1-AFE9-385C6B79ACD5}" type="pres">
      <dgm:prSet presAssocID="{9E957078-33DB-41FA-BA31-7B9321F7BE81}" presName="sibTrans" presStyleLbl="sibTrans2D1" presStyleIdx="0" presStyleCnt="0"/>
      <dgm:spPr/>
    </dgm:pt>
    <dgm:pt modelId="{2BE90E47-DFE2-41F6-8620-C83C703B5CC7}" type="pres">
      <dgm:prSet presAssocID="{D30CDD86-2F17-4612-BC8C-AA4DB1CD6C04}" presName="compNode" presStyleCnt="0"/>
      <dgm:spPr/>
    </dgm:pt>
    <dgm:pt modelId="{4284EE6C-BA54-401C-B6CC-3D40E1D8C3C7}" type="pres">
      <dgm:prSet presAssocID="{D30CDD86-2F17-4612-BC8C-AA4DB1CD6C04}" presName="iconBgRect" presStyleLbl="bgShp" presStyleIdx="1" presStyleCnt="4"/>
      <dgm:spPr/>
    </dgm:pt>
    <dgm:pt modelId="{9D29BCAF-F3BB-4A1C-835F-52B7C46A9DA7}" type="pres">
      <dgm:prSet presAssocID="{D30CDD86-2F17-4612-BC8C-AA4DB1CD6C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B20406E-5734-4FA2-8089-9CF64104C7DB}" type="pres">
      <dgm:prSet presAssocID="{D30CDD86-2F17-4612-BC8C-AA4DB1CD6C04}" presName="spaceRect" presStyleCnt="0"/>
      <dgm:spPr/>
    </dgm:pt>
    <dgm:pt modelId="{FB3BC1CD-7EF9-4738-9FED-AA4D05636F15}" type="pres">
      <dgm:prSet presAssocID="{D30CDD86-2F17-4612-BC8C-AA4DB1CD6C04}" presName="textRect" presStyleLbl="revTx" presStyleIdx="1" presStyleCnt="4">
        <dgm:presLayoutVars>
          <dgm:chMax val="1"/>
          <dgm:chPref val="1"/>
        </dgm:presLayoutVars>
      </dgm:prSet>
      <dgm:spPr/>
    </dgm:pt>
    <dgm:pt modelId="{B8C2524D-4E3F-4F9C-AC8D-2D9B75EB6983}" type="pres">
      <dgm:prSet presAssocID="{36B7354E-98B4-4949-8837-D79762E6672A}" presName="sibTrans" presStyleLbl="sibTrans2D1" presStyleIdx="0" presStyleCnt="0"/>
      <dgm:spPr/>
    </dgm:pt>
    <dgm:pt modelId="{6BF50700-9B13-40BF-9C85-3ED936918711}" type="pres">
      <dgm:prSet presAssocID="{16D692E2-DF8E-47B6-A2C5-AA00527A91BB}" presName="compNode" presStyleCnt="0"/>
      <dgm:spPr/>
    </dgm:pt>
    <dgm:pt modelId="{A09E955B-E088-4242-86EE-302A62EED52D}" type="pres">
      <dgm:prSet presAssocID="{16D692E2-DF8E-47B6-A2C5-AA00527A91BB}" presName="iconBgRect" presStyleLbl="bgShp" presStyleIdx="2" presStyleCnt="4"/>
      <dgm:spPr/>
    </dgm:pt>
    <dgm:pt modelId="{7BAA2FCF-FADA-4661-BFC7-69CECC7ABFCC}" type="pres">
      <dgm:prSet presAssocID="{16D692E2-DF8E-47B6-A2C5-AA00527A91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A6E3844-7F51-4DB9-90AD-6A7A7DEF8236}" type="pres">
      <dgm:prSet presAssocID="{16D692E2-DF8E-47B6-A2C5-AA00527A91BB}" presName="spaceRect" presStyleCnt="0"/>
      <dgm:spPr/>
    </dgm:pt>
    <dgm:pt modelId="{7048169D-0E1E-4AC3-877B-BCF9681315B8}" type="pres">
      <dgm:prSet presAssocID="{16D692E2-DF8E-47B6-A2C5-AA00527A91BB}" presName="textRect" presStyleLbl="revTx" presStyleIdx="2" presStyleCnt="4">
        <dgm:presLayoutVars>
          <dgm:chMax val="1"/>
          <dgm:chPref val="1"/>
        </dgm:presLayoutVars>
      </dgm:prSet>
      <dgm:spPr/>
    </dgm:pt>
    <dgm:pt modelId="{CBC2A756-9F81-41AE-9C60-6EFE907E7D7D}" type="pres">
      <dgm:prSet presAssocID="{CDE22AFB-0C1C-4A73-8DD6-8966BC17853E}" presName="sibTrans" presStyleLbl="sibTrans2D1" presStyleIdx="0" presStyleCnt="0"/>
      <dgm:spPr/>
    </dgm:pt>
    <dgm:pt modelId="{4DA701FC-AB32-4235-B375-3655DE3D8E38}" type="pres">
      <dgm:prSet presAssocID="{4A0C83D1-9316-4CA8-928C-DC522CD20103}" presName="compNode" presStyleCnt="0"/>
      <dgm:spPr/>
    </dgm:pt>
    <dgm:pt modelId="{1AA4C954-0D9E-4616-A3D8-7A844B15F737}" type="pres">
      <dgm:prSet presAssocID="{4A0C83D1-9316-4CA8-928C-DC522CD20103}" presName="iconBgRect" presStyleLbl="bgShp" presStyleIdx="3" presStyleCnt="4"/>
      <dgm:spPr/>
    </dgm:pt>
    <dgm:pt modelId="{9F747981-A422-4D8A-959F-9EA59E0171DE}" type="pres">
      <dgm:prSet presAssocID="{4A0C83D1-9316-4CA8-928C-DC522CD201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05E7F25E-CDBE-4831-B217-186E10DF3DAF}" type="pres">
      <dgm:prSet presAssocID="{4A0C83D1-9316-4CA8-928C-DC522CD20103}" presName="spaceRect" presStyleCnt="0"/>
      <dgm:spPr/>
    </dgm:pt>
    <dgm:pt modelId="{9C8892E0-BA2D-4A9C-AC64-2CD519DD3BF7}" type="pres">
      <dgm:prSet presAssocID="{4A0C83D1-9316-4CA8-928C-DC522CD2010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A4A5609-DA5A-4187-9055-59340F612369}" type="presOf" srcId="{16D692E2-DF8E-47B6-A2C5-AA00527A91BB}" destId="{7048169D-0E1E-4AC3-877B-BCF9681315B8}" srcOrd="0" destOrd="0" presId="urn:microsoft.com/office/officeart/2018/2/layout/IconCircleList"/>
    <dgm:cxn modelId="{08229549-35B1-46E0-B7D4-0624E41049D4}" srcId="{C91B83E0-435A-478B-B862-1A2ECA440BF6}" destId="{4A0C83D1-9316-4CA8-928C-DC522CD20103}" srcOrd="3" destOrd="0" parTransId="{3517E058-394C-4720-B360-AC24E5B35F06}" sibTransId="{91A9027F-3E10-4E8F-BE20-1A379A2ECFBB}"/>
    <dgm:cxn modelId="{70BCDC6C-7AA5-4C4D-9181-3EF3A9708F05}" type="presOf" srcId="{9E957078-33DB-41FA-BA31-7B9321F7BE81}" destId="{4EE06195-0AE8-42A1-AFE9-385C6B79ACD5}" srcOrd="0" destOrd="0" presId="urn:microsoft.com/office/officeart/2018/2/layout/IconCircleList"/>
    <dgm:cxn modelId="{D0AED675-33A0-42D2-A190-DF9FB4739CBE}" srcId="{C91B83E0-435A-478B-B862-1A2ECA440BF6}" destId="{0F3500E3-687A-480F-BFB6-7AE003F03F5E}" srcOrd="0" destOrd="0" parTransId="{490B5B6B-E0A6-4325-92DC-C31C70145E7D}" sibTransId="{9E957078-33DB-41FA-BA31-7B9321F7BE81}"/>
    <dgm:cxn modelId="{C46DDF77-08DF-42B3-AA70-C27FC44FC9B6}" srcId="{C91B83E0-435A-478B-B862-1A2ECA440BF6}" destId="{D30CDD86-2F17-4612-BC8C-AA4DB1CD6C04}" srcOrd="1" destOrd="0" parTransId="{DB5E4AB5-80DE-4DE7-86B6-2320C58098DE}" sibTransId="{36B7354E-98B4-4949-8837-D79762E6672A}"/>
    <dgm:cxn modelId="{69D26E5A-74CB-4CAC-A09F-F607EC31AF42}" srcId="{C91B83E0-435A-478B-B862-1A2ECA440BF6}" destId="{16D692E2-DF8E-47B6-A2C5-AA00527A91BB}" srcOrd="2" destOrd="0" parTransId="{30D544D2-0BD0-4246-B810-36B0460A82FC}" sibTransId="{CDE22AFB-0C1C-4A73-8DD6-8966BC17853E}"/>
    <dgm:cxn modelId="{EDD7FC7E-F927-44CB-98E3-FBE8A325B9E7}" type="presOf" srcId="{CDE22AFB-0C1C-4A73-8DD6-8966BC17853E}" destId="{CBC2A756-9F81-41AE-9C60-6EFE907E7D7D}" srcOrd="0" destOrd="0" presId="urn:microsoft.com/office/officeart/2018/2/layout/IconCircleList"/>
    <dgm:cxn modelId="{112CC592-E363-40C6-B687-BFAE54944949}" type="presOf" srcId="{C91B83E0-435A-478B-B862-1A2ECA440BF6}" destId="{CAF7244E-6DC0-4B8B-B90D-E221B1E6CD56}" srcOrd="0" destOrd="0" presId="urn:microsoft.com/office/officeart/2018/2/layout/IconCircleList"/>
    <dgm:cxn modelId="{DE1CF19D-EB63-4792-AEDB-E2F092A2A38B}" type="presOf" srcId="{0F3500E3-687A-480F-BFB6-7AE003F03F5E}" destId="{D3E9FC23-408F-48E1-A703-9E2ADC4886A5}" srcOrd="0" destOrd="0" presId="urn:microsoft.com/office/officeart/2018/2/layout/IconCircleList"/>
    <dgm:cxn modelId="{A89693B6-E7A2-48BE-9279-5D4E7FE5690C}" type="presOf" srcId="{D30CDD86-2F17-4612-BC8C-AA4DB1CD6C04}" destId="{FB3BC1CD-7EF9-4738-9FED-AA4D05636F15}" srcOrd="0" destOrd="0" presId="urn:microsoft.com/office/officeart/2018/2/layout/IconCircleList"/>
    <dgm:cxn modelId="{C752A5BF-DA58-4D74-B6C4-AE902998BF03}" type="presOf" srcId="{4A0C83D1-9316-4CA8-928C-DC522CD20103}" destId="{9C8892E0-BA2D-4A9C-AC64-2CD519DD3BF7}" srcOrd="0" destOrd="0" presId="urn:microsoft.com/office/officeart/2018/2/layout/IconCircleList"/>
    <dgm:cxn modelId="{EDCD48D5-4578-490F-8904-663A385CC252}" type="presOf" srcId="{36B7354E-98B4-4949-8837-D79762E6672A}" destId="{B8C2524D-4E3F-4F9C-AC8D-2D9B75EB6983}" srcOrd="0" destOrd="0" presId="urn:microsoft.com/office/officeart/2018/2/layout/IconCircleList"/>
    <dgm:cxn modelId="{525456C4-5993-4C6F-AF9D-CE86A8CB91A6}" type="presParOf" srcId="{CAF7244E-6DC0-4B8B-B90D-E221B1E6CD56}" destId="{C6ACA4BC-3A79-40EC-8DD6-DCB5890884DC}" srcOrd="0" destOrd="0" presId="urn:microsoft.com/office/officeart/2018/2/layout/IconCircleList"/>
    <dgm:cxn modelId="{9D215EAC-898A-418A-8BD3-0FA71F88DC8D}" type="presParOf" srcId="{C6ACA4BC-3A79-40EC-8DD6-DCB5890884DC}" destId="{8C207389-C7F8-47EE-9CA4-26AB0A576E48}" srcOrd="0" destOrd="0" presId="urn:microsoft.com/office/officeart/2018/2/layout/IconCircleList"/>
    <dgm:cxn modelId="{58F5762F-BDB5-42CE-A556-21086BA931F5}" type="presParOf" srcId="{8C207389-C7F8-47EE-9CA4-26AB0A576E48}" destId="{DE20D26C-17D5-4775-B7A4-911943279D14}" srcOrd="0" destOrd="0" presId="urn:microsoft.com/office/officeart/2018/2/layout/IconCircleList"/>
    <dgm:cxn modelId="{10095498-F27E-473B-93A8-D5513E5E0A88}" type="presParOf" srcId="{8C207389-C7F8-47EE-9CA4-26AB0A576E48}" destId="{0D0CD2E5-2DD0-480E-8F08-0BFB668862D1}" srcOrd="1" destOrd="0" presId="urn:microsoft.com/office/officeart/2018/2/layout/IconCircleList"/>
    <dgm:cxn modelId="{E89A3068-F7D8-4D36-AFF5-0776E9BC7C71}" type="presParOf" srcId="{8C207389-C7F8-47EE-9CA4-26AB0A576E48}" destId="{2CAB9026-4223-4CFF-85A7-B31F62622649}" srcOrd="2" destOrd="0" presId="urn:microsoft.com/office/officeart/2018/2/layout/IconCircleList"/>
    <dgm:cxn modelId="{E9682492-9C34-4186-A5E3-A2D88ED27629}" type="presParOf" srcId="{8C207389-C7F8-47EE-9CA4-26AB0A576E48}" destId="{D3E9FC23-408F-48E1-A703-9E2ADC4886A5}" srcOrd="3" destOrd="0" presId="urn:microsoft.com/office/officeart/2018/2/layout/IconCircleList"/>
    <dgm:cxn modelId="{2B8D8BF0-F381-4112-B781-1B777A8099AF}" type="presParOf" srcId="{C6ACA4BC-3A79-40EC-8DD6-DCB5890884DC}" destId="{4EE06195-0AE8-42A1-AFE9-385C6B79ACD5}" srcOrd="1" destOrd="0" presId="urn:microsoft.com/office/officeart/2018/2/layout/IconCircleList"/>
    <dgm:cxn modelId="{492F5A9F-5085-41F0-AD89-49CF685D9A72}" type="presParOf" srcId="{C6ACA4BC-3A79-40EC-8DD6-DCB5890884DC}" destId="{2BE90E47-DFE2-41F6-8620-C83C703B5CC7}" srcOrd="2" destOrd="0" presId="urn:microsoft.com/office/officeart/2018/2/layout/IconCircleList"/>
    <dgm:cxn modelId="{BAC50BDE-395F-4E69-842A-99BFB37E1DF4}" type="presParOf" srcId="{2BE90E47-DFE2-41F6-8620-C83C703B5CC7}" destId="{4284EE6C-BA54-401C-B6CC-3D40E1D8C3C7}" srcOrd="0" destOrd="0" presId="urn:microsoft.com/office/officeart/2018/2/layout/IconCircleList"/>
    <dgm:cxn modelId="{831ED96B-2883-4A78-8ECA-8647A2B6083B}" type="presParOf" srcId="{2BE90E47-DFE2-41F6-8620-C83C703B5CC7}" destId="{9D29BCAF-F3BB-4A1C-835F-52B7C46A9DA7}" srcOrd="1" destOrd="0" presId="urn:microsoft.com/office/officeart/2018/2/layout/IconCircleList"/>
    <dgm:cxn modelId="{CDC95375-3909-47D7-BF28-F1C22DA44923}" type="presParOf" srcId="{2BE90E47-DFE2-41F6-8620-C83C703B5CC7}" destId="{8B20406E-5734-4FA2-8089-9CF64104C7DB}" srcOrd="2" destOrd="0" presId="urn:microsoft.com/office/officeart/2018/2/layout/IconCircleList"/>
    <dgm:cxn modelId="{683E4384-5C23-4B77-A1EC-C45A5C9D0E6F}" type="presParOf" srcId="{2BE90E47-DFE2-41F6-8620-C83C703B5CC7}" destId="{FB3BC1CD-7EF9-4738-9FED-AA4D05636F15}" srcOrd="3" destOrd="0" presId="urn:microsoft.com/office/officeart/2018/2/layout/IconCircleList"/>
    <dgm:cxn modelId="{E277DEC1-D069-46B5-8678-458F13DC3645}" type="presParOf" srcId="{C6ACA4BC-3A79-40EC-8DD6-DCB5890884DC}" destId="{B8C2524D-4E3F-4F9C-AC8D-2D9B75EB6983}" srcOrd="3" destOrd="0" presId="urn:microsoft.com/office/officeart/2018/2/layout/IconCircleList"/>
    <dgm:cxn modelId="{5CE87035-976C-41ED-AB5B-00C23E42EEBC}" type="presParOf" srcId="{C6ACA4BC-3A79-40EC-8DD6-DCB5890884DC}" destId="{6BF50700-9B13-40BF-9C85-3ED936918711}" srcOrd="4" destOrd="0" presId="urn:microsoft.com/office/officeart/2018/2/layout/IconCircleList"/>
    <dgm:cxn modelId="{F5C38959-84FF-49C7-8B40-F290E8DE6CFE}" type="presParOf" srcId="{6BF50700-9B13-40BF-9C85-3ED936918711}" destId="{A09E955B-E088-4242-86EE-302A62EED52D}" srcOrd="0" destOrd="0" presId="urn:microsoft.com/office/officeart/2018/2/layout/IconCircleList"/>
    <dgm:cxn modelId="{F5BD2E26-D311-4D51-B60A-1796B5FB6198}" type="presParOf" srcId="{6BF50700-9B13-40BF-9C85-3ED936918711}" destId="{7BAA2FCF-FADA-4661-BFC7-69CECC7ABFCC}" srcOrd="1" destOrd="0" presId="urn:microsoft.com/office/officeart/2018/2/layout/IconCircleList"/>
    <dgm:cxn modelId="{EA79C9F1-A3A4-4338-BFBD-C8A7BE1DE05B}" type="presParOf" srcId="{6BF50700-9B13-40BF-9C85-3ED936918711}" destId="{4A6E3844-7F51-4DB9-90AD-6A7A7DEF8236}" srcOrd="2" destOrd="0" presId="urn:microsoft.com/office/officeart/2018/2/layout/IconCircleList"/>
    <dgm:cxn modelId="{89992ADD-CD88-4769-82D2-33E013799215}" type="presParOf" srcId="{6BF50700-9B13-40BF-9C85-3ED936918711}" destId="{7048169D-0E1E-4AC3-877B-BCF9681315B8}" srcOrd="3" destOrd="0" presId="urn:microsoft.com/office/officeart/2018/2/layout/IconCircleList"/>
    <dgm:cxn modelId="{7584356A-E365-4B36-B0C7-994F9E2509EE}" type="presParOf" srcId="{C6ACA4BC-3A79-40EC-8DD6-DCB5890884DC}" destId="{CBC2A756-9F81-41AE-9C60-6EFE907E7D7D}" srcOrd="5" destOrd="0" presId="urn:microsoft.com/office/officeart/2018/2/layout/IconCircleList"/>
    <dgm:cxn modelId="{D94627EA-F97A-43F5-9783-AEC93B0CD3F9}" type="presParOf" srcId="{C6ACA4BC-3A79-40EC-8DD6-DCB5890884DC}" destId="{4DA701FC-AB32-4235-B375-3655DE3D8E38}" srcOrd="6" destOrd="0" presId="urn:microsoft.com/office/officeart/2018/2/layout/IconCircleList"/>
    <dgm:cxn modelId="{2FC8EB09-620F-48DA-8D4B-FE9E80A8F052}" type="presParOf" srcId="{4DA701FC-AB32-4235-B375-3655DE3D8E38}" destId="{1AA4C954-0D9E-4616-A3D8-7A844B15F737}" srcOrd="0" destOrd="0" presId="urn:microsoft.com/office/officeart/2018/2/layout/IconCircleList"/>
    <dgm:cxn modelId="{CFCE626A-64C1-4CE0-868C-CEE5F7086A6A}" type="presParOf" srcId="{4DA701FC-AB32-4235-B375-3655DE3D8E38}" destId="{9F747981-A422-4D8A-959F-9EA59E0171DE}" srcOrd="1" destOrd="0" presId="urn:microsoft.com/office/officeart/2018/2/layout/IconCircleList"/>
    <dgm:cxn modelId="{AFE8F3ED-0207-4196-9CFE-10A4B1510CD9}" type="presParOf" srcId="{4DA701FC-AB32-4235-B375-3655DE3D8E38}" destId="{05E7F25E-CDBE-4831-B217-186E10DF3DAF}" srcOrd="2" destOrd="0" presId="urn:microsoft.com/office/officeart/2018/2/layout/IconCircleList"/>
    <dgm:cxn modelId="{4AEC829D-8554-4285-BDEA-A5F2327B6365}" type="presParOf" srcId="{4DA701FC-AB32-4235-B375-3655DE3D8E38}" destId="{9C8892E0-BA2D-4A9C-AC64-2CD519DD3B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84D254-0EC7-4680-8941-60556CD620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16A81F8-1CF8-4495-B09A-93CB5432420A}">
      <dgm:prSet custT="1"/>
      <dgm:spPr/>
      <dgm:t>
        <a:bodyPr/>
        <a:lstStyle/>
        <a:p>
          <a:r>
            <a:rPr lang="en-GB" sz="2100" b="1" dirty="0"/>
            <a:t>Unilateral cancellation </a:t>
          </a:r>
        </a:p>
        <a:p>
          <a:r>
            <a:rPr lang="en-GB" sz="1800" dirty="0"/>
            <a:t>No coordination is required — the client may cancel at any time.</a:t>
          </a:r>
          <a:endParaRPr lang="en-US" sz="1800" dirty="0"/>
        </a:p>
      </dgm:t>
    </dgm:pt>
    <dgm:pt modelId="{B8972050-96A1-47D2-A449-940241EFFAD0}" type="parTrans" cxnId="{A2065308-0330-419F-B476-CE9C550D10ED}">
      <dgm:prSet/>
      <dgm:spPr/>
      <dgm:t>
        <a:bodyPr/>
        <a:lstStyle/>
        <a:p>
          <a:endParaRPr lang="en-US"/>
        </a:p>
      </dgm:t>
    </dgm:pt>
    <dgm:pt modelId="{C7874344-7635-4FF8-AACE-D3C82ACE7101}" type="sibTrans" cxnId="{A2065308-0330-419F-B476-CE9C550D10ED}">
      <dgm:prSet/>
      <dgm:spPr/>
      <dgm:t>
        <a:bodyPr/>
        <a:lstStyle/>
        <a:p>
          <a:endParaRPr lang="en-US"/>
        </a:p>
      </dgm:t>
    </dgm:pt>
    <dgm:pt modelId="{6881C407-9777-4A8E-83C0-D1D9370957E3}">
      <dgm:prSet custT="1"/>
      <dgm:spPr/>
      <dgm:t>
        <a:bodyPr/>
        <a:lstStyle/>
        <a:p>
          <a:r>
            <a:rPr lang="en-GB" sz="2100" b="1" dirty="0"/>
            <a:t>Immediate effect assumption </a:t>
          </a:r>
        </a:p>
        <a:p>
          <a:r>
            <a:rPr lang="en-GB" sz="1800" dirty="0"/>
            <a:t>The client assumes the reset takes effect as soon as the server receives it, even before other TCP data is processed.</a:t>
          </a:r>
          <a:endParaRPr lang="en-US" sz="2100" dirty="0"/>
        </a:p>
      </dgm:t>
    </dgm:pt>
    <dgm:pt modelId="{803C9C02-F767-40FD-A0CE-B6685B5DFD2F}" type="parTrans" cxnId="{6A863C8C-0B64-4B8C-9DFF-6608E05D66FF}">
      <dgm:prSet/>
      <dgm:spPr/>
      <dgm:t>
        <a:bodyPr/>
        <a:lstStyle/>
        <a:p>
          <a:endParaRPr lang="en-US"/>
        </a:p>
      </dgm:t>
    </dgm:pt>
    <dgm:pt modelId="{B1D12964-2A96-40AB-8A3D-CDA1A4F8ACD7}" type="sibTrans" cxnId="{6A863C8C-0B64-4B8C-9DFF-6608E05D66FF}">
      <dgm:prSet/>
      <dgm:spPr/>
      <dgm:t>
        <a:bodyPr/>
        <a:lstStyle/>
        <a:p>
          <a:endParaRPr lang="en-US"/>
        </a:p>
      </dgm:t>
    </dgm:pt>
    <dgm:pt modelId="{2A860BB7-11DA-4076-8A57-DA28DC93569C}" type="pres">
      <dgm:prSet presAssocID="{0184D254-0EC7-4680-8941-60556CD620F2}" presName="root" presStyleCnt="0">
        <dgm:presLayoutVars>
          <dgm:dir/>
          <dgm:resizeHandles val="exact"/>
        </dgm:presLayoutVars>
      </dgm:prSet>
      <dgm:spPr/>
    </dgm:pt>
    <dgm:pt modelId="{5A7D4D41-CEF2-44F4-8AAF-7CAEFDF8F78B}" type="pres">
      <dgm:prSet presAssocID="{C16A81F8-1CF8-4495-B09A-93CB5432420A}" presName="compNode" presStyleCnt="0"/>
      <dgm:spPr/>
    </dgm:pt>
    <dgm:pt modelId="{BBAE2476-7C24-470A-8874-01707875A023}" type="pres">
      <dgm:prSet presAssocID="{C16A81F8-1CF8-4495-B09A-93CB5432420A}" presName="bgRect" presStyleLbl="bgShp" presStyleIdx="0" presStyleCnt="2"/>
      <dgm:spPr/>
    </dgm:pt>
    <dgm:pt modelId="{C7119A10-47CD-4B76-A238-EB3C482C277B}" type="pres">
      <dgm:prSet presAssocID="{C16A81F8-1CF8-4495-B09A-93CB543242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A0950917-02C5-4F56-8737-4DF40122183B}" type="pres">
      <dgm:prSet presAssocID="{C16A81F8-1CF8-4495-B09A-93CB5432420A}" presName="spaceRect" presStyleCnt="0"/>
      <dgm:spPr/>
    </dgm:pt>
    <dgm:pt modelId="{A5A850E9-C551-466D-8814-6F9CB0FF86D3}" type="pres">
      <dgm:prSet presAssocID="{C16A81F8-1CF8-4495-B09A-93CB5432420A}" presName="parTx" presStyleLbl="revTx" presStyleIdx="0" presStyleCnt="2">
        <dgm:presLayoutVars>
          <dgm:chMax val="0"/>
          <dgm:chPref val="0"/>
        </dgm:presLayoutVars>
      </dgm:prSet>
      <dgm:spPr/>
    </dgm:pt>
    <dgm:pt modelId="{794992F3-FB52-4B28-92CD-729461F4669C}" type="pres">
      <dgm:prSet presAssocID="{C7874344-7635-4FF8-AACE-D3C82ACE7101}" presName="sibTrans" presStyleCnt="0"/>
      <dgm:spPr/>
    </dgm:pt>
    <dgm:pt modelId="{450DF475-941B-4AFA-8A9B-4783925E87E7}" type="pres">
      <dgm:prSet presAssocID="{6881C407-9777-4A8E-83C0-D1D9370957E3}" presName="compNode" presStyleCnt="0"/>
      <dgm:spPr/>
    </dgm:pt>
    <dgm:pt modelId="{3CB1C9D2-EF66-4D3F-A110-3940B1E70E00}" type="pres">
      <dgm:prSet presAssocID="{6881C407-9777-4A8E-83C0-D1D9370957E3}" presName="bgRect" presStyleLbl="bgShp" presStyleIdx="1" presStyleCnt="2"/>
      <dgm:spPr/>
    </dgm:pt>
    <dgm:pt modelId="{C2C0BAB0-51E8-4820-8FFB-C9AEED40FB5D}" type="pres">
      <dgm:prSet presAssocID="{6881C407-9777-4A8E-83C0-D1D9370957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BCD5A03-352B-4485-8A0C-B8BD7D45849B}" type="pres">
      <dgm:prSet presAssocID="{6881C407-9777-4A8E-83C0-D1D9370957E3}" presName="spaceRect" presStyleCnt="0"/>
      <dgm:spPr/>
    </dgm:pt>
    <dgm:pt modelId="{4FD9F118-F6F0-4742-A99C-5CCC86EB96E9}" type="pres">
      <dgm:prSet presAssocID="{6881C407-9777-4A8E-83C0-D1D9370957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2065308-0330-419F-B476-CE9C550D10ED}" srcId="{0184D254-0EC7-4680-8941-60556CD620F2}" destId="{C16A81F8-1CF8-4495-B09A-93CB5432420A}" srcOrd="0" destOrd="0" parTransId="{B8972050-96A1-47D2-A449-940241EFFAD0}" sibTransId="{C7874344-7635-4FF8-AACE-D3C82ACE7101}"/>
    <dgm:cxn modelId="{DFECCA73-A40F-4E06-8188-81A0407CB284}" type="presOf" srcId="{6881C407-9777-4A8E-83C0-D1D9370957E3}" destId="{4FD9F118-F6F0-4742-A99C-5CCC86EB96E9}" srcOrd="0" destOrd="0" presId="urn:microsoft.com/office/officeart/2018/2/layout/IconVerticalSolidList"/>
    <dgm:cxn modelId="{6A863C8C-0B64-4B8C-9DFF-6608E05D66FF}" srcId="{0184D254-0EC7-4680-8941-60556CD620F2}" destId="{6881C407-9777-4A8E-83C0-D1D9370957E3}" srcOrd="1" destOrd="0" parTransId="{803C9C02-F767-40FD-A0CE-B6685B5DFD2F}" sibTransId="{B1D12964-2A96-40AB-8A3D-CDA1A4F8ACD7}"/>
    <dgm:cxn modelId="{5D3CE88D-A935-491C-99B9-3630FAE839B2}" type="presOf" srcId="{0184D254-0EC7-4680-8941-60556CD620F2}" destId="{2A860BB7-11DA-4076-8A57-DA28DC93569C}" srcOrd="0" destOrd="0" presId="urn:microsoft.com/office/officeart/2018/2/layout/IconVerticalSolidList"/>
    <dgm:cxn modelId="{D235A994-12CC-458E-8D59-577C6544E1F0}" type="presOf" srcId="{C16A81F8-1CF8-4495-B09A-93CB5432420A}" destId="{A5A850E9-C551-466D-8814-6F9CB0FF86D3}" srcOrd="0" destOrd="0" presId="urn:microsoft.com/office/officeart/2018/2/layout/IconVerticalSolidList"/>
    <dgm:cxn modelId="{98867D25-56F5-44D2-B4CF-8CDC202D5736}" type="presParOf" srcId="{2A860BB7-11DA-4076-8A57-DA28DC93569C}" destId="{5A7D4D41-CEF2-44F4-8AAF-7CAEFDF8F78B}" srcOrd="0" destOrd="0" presId="urn:microsoft.com/office/officeart/2018/2/layout/IconVerticalSolidList"/>
    <dgm:cxn modelId="{F9C29A01-4FD7-447A-B5B6-F7BC0E9B9650}" type="presParOf" srcId="{5A7D4D41-CEF2-44F4-8AAF-7CAEFDF8F78B}" destId="{BBAE2476-7C24-470A-8874-01707875A023}" srcOrd="0" destOrd="0" presId="urn:microsoft.com/office/officeart/2018/2/layout/IconVerticalSolidList"/>
    <dgm:cxn modelId="{53368F78-6013-458A-8E5C-A164213B8905}" type="presParOf" srcId="{5A7D4D41-CEF2-44F4-8AAF-7CAEFDF8F78B}" destId="{C7119A10-47CD-4B76-A238-EB3C482C277B}" srcOrd="1" destOrd="0" presId="urn:microsoft.com/office/officeart/2018/2/layout/IconVerticalSolidList"/>
    <dgm:cxn modelId="{E651ABFA-8489-4865-9BE7-0CE10E12E559}" type="presParOf" srcId="{5A7D4D41-CEF2-44F4-8AAF-7CAEFDF8F78B}" destId="{A0950917-02C5-4F56-8737-4DF40122183B}" srcOrd="2" destOrd="0" presId="urn:microsoft.com/office/officeart/2018/2/layout/IconVerticalSolidList"/>
    <dgm:cxn modelId="{1CEB2D45-64AF-445C-9AB2-B868E23292D0}" type="presParOf" srcId="{5A7D4D41-CEF2-44F4-8AAF-7CAEFDF8F78B}" destId="{A5A850E9-C551-466D-8814-6F9CB0FF86D3}" srcOrd="3" destOrd="0" presId="urn:microsoft.com/office/officeart/2018/2/layout/IconVerticalSolidList"/>
    <dgm:cxn modelId="{68359679-54B1-42F8-8543-0DF2A0A31F23}" type="presParOf" srcId="{2A860BB7-11DA-4076-8A57-DA28DC93569C}" destId="{794992F3-FB52-4B28-92CD-729461F4669C}" srcOrd="1" destOrd="0" presId="urn:microsoft.com/office/officeart/2018/2/layout/IconVerticalSolidList"/>
    <dgm:cxn modelId="{DCBD87A5-2396-41C7-9C5D-87CCC22AAB3E}" type="presParOf" srcId="{2A860BB7-11DA-4076-8A57-DA28DC93569C}" destId="{450DF475-941B-4AFA-8A9B-4783925E87E7}" srcOrd="2" destOrd="0" presId="urn:microsoft.com/office/officeart/2018/2/layout/IconVerticalSolidList"/>
    <dgm:cxn modelId="{3AE76CD0-BCB0-4630-85E0-0A36D8E00B28}" type="presParOf" srcId="{450DF475-941B-4AFA-8A9B-4783925E87E7}" destId="{3CB1C9D2-EF66-4D3F-A110-3940B1E70E00}" srcOrd="0" destOrd="0" presId="urn:microsoft.com/office/officeart/2018/2/layout/IconVerticalSolidList"/>
    <dgm:cxn modelId="{0BF2A68F-A439-4189-B25D-FB6B294137A6}" type="presParOf" srcId="{450DF475-941B-4AFA-8A9B-4783925E87E7}" destId="{C2C0BAB0-51E8-4820-8FFB-C9AEED40FB5D}" srcOrd="1" destOrd="0" presId="urn:microsoft.com/office/officeart/2018/2/layout/IconVerticalSolidList"/>
    <dgm:cxn modelId="{7529E721-D513-4F67-AA7A-C1753A7CA0FF}" type="presParOf" srcId="{450DF475-941B-4AFA-8A9B-4783925E87E7}" destId="{CBCD5A03-352B-4485-8A0C-B8BD7D45849B}" srcOrd="2" destOrd="0" presId="urn:microsoft.com/office/officeart/2018/2/layout/IconVerticalSolidList"/>
    <dgm:cxn modelId="{E419173C-837F-4743-869F-83DEAD2B75CC}" type="presParOf" srcId="{450DF475-941B-4AFA-8A9B-4783925E87E7}" destId="{4FD9F118-F6F0-4742-A99C-5CCC86EB96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4CC58-3767-47BE-AEDD-79FB738E56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EAF29EE-2463-49CF-A418-294567F994E5}">
      <dgm:prSet/>
      <dgm:spPr/>
      <dgm:t>
        <a:bodyPr/>
        <a:lstStyle/>
        <a:p>
          <a:r>
            <a:rPr lang="en-GB" b="1" dirty="0"/>
            <a:t>Ignore RST_STREAM with idle streams</a:t>
          </a:r>
          <a:r>
            <a:rPr lang="en-GB" dirty="0"/>
            <a:t>: Clients should ignore RST_STREAM frames received on idle streams. If no request has been sent on a stream, a RST_STREAM is not valid.</a:t>
          </a:r>
          <a:endParaRPr lang="en-US" dirty="0"/>
        </a:p>
      </dgm:t>
    </dgm:pt>
    <dgm:pt modelId="{429AEB1B-8181-4C2F-8B90-08925D5953EA}" type="parTrans" cxnId="{17D5420F-FF62-4C60-A220-E8249032900B}">
      <dgm:prSet/>
      <dgm:spPr/>
      <dgm:t>
        <a:bodyPr/>
        <a:lstStyle/>
        <a:p>
          <a:endParaRPr lang="en-US"/>
        </a:p>
      </dgm:t>
    </dgm:pt>
    <dgm:pt modelId="{3F45B377-91A0-4823-80EE-2420C5EF474F}" type="sibTrans" cxnId="{17D5420F-FF62-4C60-A220-E8249032900B}">
      <dgm:prSet/>
      <dgm:spPr/>
      <dgm:t>
        <a:bodyPr/>
        <a:lstStyle/>
        <a:p>
          <a:endParaRPr lang="en-US"/>
        </a:p>
      </dgm:t>
    </dgm:pt>
    <dgm:pt modelId="{1C60344A-BD08-4FD2-BDA1-866AFF060997}">
      <dgm:prSet/>
      <dgm:spPr/>
      <dgm:t>
        <a:bodyPr/>
        <a:lstStyle/>
        <a:p>
          <a:r>
            <a:rPr lang="en-GB" b="1" dirty="0"/>
            <a:t>Authenticate RST_STREAM</a:t>
          </a:r>
          <a:r>
            <a:rPr lang="en-GB" dirty="0"/>
            <a:t>: Optionally, clients could authenticate RST_STREAM frames to ensure they originate from the server and not from an attacker. This would require extending the HTTP/2 protocol.</a:t>
          </a:r>
          <a:endParaRPr lang="en-US" dirty="0"/>
        </a:p>
      </dgm:t>
    </dgm:pt>
    <dgm:pt modelId="{3533E875-0AAC-4BF3-95D5-D609E7660E51}" type="parTrans" cxnId="{B08EF23B-A3FB-4624-9766-029A44A8FA06}">
      <dgm:prSet/>
      <dgm:spPr/>
      <dgm:t>
        <a:bodyPr/>
        <a:lstStyle/>
        <a:p>
          <a:endParaRPr lang="en-US"/>
        </a:p>
      </dgm:t>
    </dgm:pt>
    <dgm:pt modelId="{2D3050F0-E3F0-4741-9C8F-DC64E3DD6F2A}" type="sibTrans" cxnId="{B08EF23B-A3FB-4624-9766-029A44A8FA06}">
      <dgm:prSet/>
      <dgm:spPr/>
      <dgm:t>
        <a:bodyPr/>
        <a:lstStyle/>
        <a:p>
          <a:endParaRPr lang="en-US"/>
        </a:p>
      </dgm:t>
    </dgm:pt>
    <dgm:pt modelId="{E1A92285-604C-4D19-8814-B297462B1A6F}">
      <dgm:prSet/>
      <dgm:spPr/>
      <dgm:t>
        <a:bodyPr/>
        <a:lstStyle/>
        <a:p>
          <a:r>
            <a:rPr lang="en-GB" b="1" dirty="0"/>
            <a:t>Use HTTPS</a:t>
          </a:r>
          <a:r>
            <a:rPr lang="en-GB" dirty="0"/>
            <a:t>: Encrypting the traffic with HTTPS (TLS) prevents attackers from seeing which resources are being requested and from injecting forged frames.</a:t>
          </a:r>
          <a:endParaRPr lang="en-US" dirty="0"/>
        </a:p>
      </dgm:t>
    </dgm:pt>
    <dgm:pt modelId="{43DD87BE-FB3D-4A87-B7C7-D03A96E4B88D}" type="parTrans" cxnId="{8353BFC4-CAD1-4746-819E-E73052D261CF}">
      <dgm:prSet/>
      <dgm:spPr/>
      <dgm:t>
        <a:bodyPr/>
        <a:lstStyle/>
        <a:p>
          <a:endParaRPr lang="en-US"/>
        </a:p>
      </dgm:t>
    </dgm:pt>
    <dgm:pt modelId="{4A2F9A1F-E4C5-4E90-A925-69324A6886C0}" type="sibTrans" cxnId="{8353BFC4-CAD1-4746-819E-E73052D261CF}">
      <dgm:prSet/>
      <dgm:spPr/>
      <dgm:t>
        <a:bodyPr/>
        <a:lstStyle/>
        <a:p>
          <a:endParaRPr lang="en-US"/>
        </a:p>
      </dgm:t>
    </dgm:pt>
    <dgm:pt modelId="{B82E1C12-DA64-4FA4-AA13-0C5463A1DE7A}">
      <dgm:prSet/>
      <dgm:spPr/>
      <dgm:t>
        <a:bodyPr/>
        <a:lstStyle/>
        <a:p>
          <a:r>
            <a:rPr lang="en-GB" b="1" dirty="0"/>
            <a:t>Load critical resources early</a:t>
          </a:r>
          <a:r>
            <a:rPr lang="en-GB" dirty="0"/>
            <a:t>: Load the most critical resources as early as possible in the page lifecycle to reduce the window of vulnerability.</a:t>
          </a:r>
          <a:endParaRPr lang="en-US" dirty="0"/>
        </a:p>
      </dgm:t>
    </dgm:pt>
    <dgm:pt modelId="{AF62610D-B36B-46BD-8745-028E6A7C0AE0}" type="parTrans" cxnId="{D4F23458-DBF8-40C3-AF37-C82960D849CA}">
      <dgm:prSet/>
      <dgm:spPr/>
      <dgm:t>
        <a:bodyPr/>
        <a:lstStyle/>
        <a:p>
          <a:endParaRPr lang="en-US"/>
        </a:p>
      </dgm:t>
    </dgm:pt>
    <dgm:pt modelId="{DD015450-4368-4178-B24C-C141A7E7E027}" type="sibTrans" cxnId="{D4F23458-DBF8-40C3-AF37-C82960D849CA}">
      <dgm:prSet/>
      <dgm:spPr/>
      <dgm:t>
        <a:bodyPr/>
        <a:lstStyle/>
        <a:p>
          <a:endParaRPr lang="en-US"/>
        </a:p>
      </dgm:t>
    </dgm:pt>
    <dgm:pt modelId="{C6D8257D-9B25-4A68-B9FE-D94EDA1BEDC7}" type="pres">
      <dgm:prSet presAssocID="{A614CC58-3767-47BE-AEDD-79FB738E5678}" presName="root" presStyleCnt="0">
        <dgm:presLayoutVars>
          <dgm:dir/>
          <dgm:resizeHandles val="exact"/>
        </dgm:presLayoutVars>
      </dgm:prSet>
      <dgm:spPr/>
    </dgm:pt>
    <dgm:pt modelId="{8C6E9450-02A3-4F55-B25B-E44E5AB069CF}" type="pres">
      <dgm:prSet presAssocID="{0EAF29EE-2463-49CF-A418-294567F994E5}" presName="compNode" presStyleCnt="0"/>
      <dgm:spPr/>
    </dgm:pt>
    <dgm:pt modelId="{84E4263E-26A8-4599-BB86-AEEF2DD7CEC4}" type="pres">
      <dgm:prSet presAssocID="{0EAF29EE-2463-49CF-A418-294567F994E5}" presName="bgRect" presStyleLbl="bgShp" presStyleIdx="0" presStyleCnt="4"/>
      <dgm:spPr/>
    </dgm:pt>
    <dgm:pt modelId="{571FE10B-6E95-4D41-B73D-6DC7AE7F50FC}" type="pres">
      <dgm:prSet presAssocID="{0EAF29EE-2463-49CF-A418-294567F994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F96BB823-8D39-4193-BF85-3BA5A6CFD301}" type="pres">
      <dgm:prSet presAssocID="{0EAF29EE-2463-49CF-A418-294567F994E5}" presName="spaceRect" presStyleCnt="0"/>
      <dgm:spPr/>
    </dgm:pt>
    <dgm:pt modelId="{DB74AA4F-5142-40CB-B259-91D074E2076D}" type="pres">
      <dgm:prSet presAssocID="{0EAF29EE-2463-49CF-A418-294567F994E5}" presName="parTx" presStyleLbl="revTx" presStyleIdx="0" presStyleCnt="4">
        <dgm:presLayoutVars>
          <dgm:chMax val="0"/>
          <dgm:chPref val="0"/>
        </dgm:presLayoutVars>
      </dgm:prSet>
      <dgm:spPr/>
    </dgm:pt>
    <dgm:pt modelId="{7B19A1C7-5AA2-481C-B485-7C47BDFAF5F4}" type="pres">
      <dgm:prSet presAssocID="{3F45B377-91A0-4823-80EE-2420C5EF474F}" presName="sibTrans" presStyleCnt="0"/>
      <dgm:spPr/>
    </dgm:pt>
    <dgm:pt modelId="{5CAA6D68-DDAA-4AAB-AACC-75B1611DA0FF}" type="pres">
      <dgm:prSet presAssocID="{1C60344A-BD08-4FD2-BDA1-866AFF060997}" presName="compNode" presStyleCnt="0"/>
      <dgm:spPr/>
    </dgm:pt>
    <dgm:pt modelId="{7D90E85E-0305-4270-AC5F-9965B25DBBFF}" type="pres">
      <dgm:prSet presAssocID="{1C60344A-BD08-4FD2-BDA1-866AFF060997}" presName="bgRect" presStyleLbl="bgShp" presStyleIdx="1" presStyleCnt="4"/>
      <dgm:spPr/>
    </dgm:pt>
    <dgm:pt modelId="{CE8ED619-FA6F-4FE6-89D5-A4ACDDEE94BE}" type="pres">
      <dgm:prSet presAssocID="{1C60344A-BD08-4FD2-BDA1-866AFF0609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34638E4-CDE1-4C77-9561-3A1B0028C521}" type="pres">
      <dgm:prSet presAssocID="{1C60344A-BD08-4FD2-BDA1-866AFF060997}" presName="spaceRect" presStyleCnt="0"/>
      <dgm:spPr/>
    </dgm:pt>
    <dgm:pt modelId="{D89360A7-1515-48F4-8520-4A4FC87EB197}" type="pres">
      <dgm:prSet presAssocID="{1C60344A-BD08-4FD2-BDA1-866AFF060997}" presName="parTx" presStyleLbl="revTx" presStyleIdx="1" presStyleCnt="4">
        <dgm:presLayoutVars>
          <dgm:chMax val="0"/>
          <dgm:chPref val="0"/>
        </dgm:presLayoutVars>
      </dgm:prSet>
      <dgm:spPr/>
    </dgm:pt>
    <dgm:pt modelId="{77A854D3-9C5E-490F-97D3-C8792087A339}" type="pres">
      <dgm:prSet presAssocID="{2D3050F0-E3F0-4741-9C8F-DC64E3DD6F2A}" presName="sibTrans" presStyleCnt="0"/>
      <dgm:spPr/>
    </dgm:pt>
    <dgm:pt modelId="{3064EAF3-D4D1-4836-A8C6-95BA39422657}" type="pres">
      <dgm:prSet presAssocID="{E1A92285-604C-4D19-8814-B297462B1A6F}" presName="compNode" presStyleCnt="0"/>
      <dgm:spPr/>
    </dgm:pt>
    <dgm:pt modelId="{B3E108B4-CC72-4033-9DED-6F25EE71627F}" type="pres">
      <dgm:prSet presAssocID="{E1A92285-604C-4D19-8814-B297462B1A6F}" presName="bgRect" presStyleLbl="bgShp" presStyleIdx="2" presStyleCnt="4"/>
      <dgm:spPr/>
    </dgm:pt>
    <dgm:pt modelId="{82E29E7C-5C69-4BE3-B9B8-7A505B923B88}" type="pres">
      <dgm:prSet presAssocID="{E1A92285-604C-4D19-8814-B297462B1A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15A72E3-5D2A-4B8A-9EED-2EFF4486D91E}" type="pres">
      <dgm:prSet presAssocID="{E1A92285-604C-4D19-8814-B297462B1A6F}" presName="spaceRect" presStyleCnt="0"/>
      <dgm:spPr/>
    </dgm:pt>
    <dgm:pt modelId="{A2FEDA5A-0DD5-4D64-9F36-3E2FA987B89A}" type="pres">
      <dgm:prSet presAssocID="{E1A92285-604C-4D19-8814-B297462B1A6F}" presName="parTx" presStyleLbl="revTx" presStyleIdx="2" presStyleCnt="4">
        <dgm:presLayoutVars>
          <dgm:chMax val="0"/>
          <dgm:chPref val="0"/>
        </dgm:presLayoutVars>
      </dgm:prSet>
      <dgm:spPr/>
    </dgm:pt>
    <dgm:pt modelId="{2E087C4D-AE75-428E-B312-13FF9EF80233}" type="pres">
      <dgm:prSet presAssocID="{4A2F9A1F-E4C5-4E90-A925-69324A6886C0}" presName="sibTrans" presStyleCnt="0"/>
      <dgm:spPr/>
    </dgm:pt>
    <dgm:pt modelId="{46389D76-960E-4E15-B254-0A46A1A6B618}" type="pres">
      <dgm:prSet presAssocID="{B82E1C12-DA64-4FA4-AA13-0C5463A1DE7A}" presName="compNode" presStyleCnt="0"/>
      <dgm:spPr/>
    </dgm:pt>
    <dgm:pt modelId="{02F31BF5-07D4-4E60-8E45-09C32CA4C42E}" type="pres">
      <dgm:prSet presAssocID="{B82E1C12-DA64-4FA4-AA13-0C5463A1DE7A}" presName="bgRect" presStyleLbl="bgShp" presStyleIdx="3" presStyleCnt="4"/>
      <dgm:spPr/>
    </dgm:pt>
    <dgm:pt modelId="{8F3DAD5A-37CE-4E3F-B42C-DAD7502D4D01}" type="pres">
      <dgm:prSet presAssocID="{B82E1C12-DA64-4FA4-AA13-0C5463A1DE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8601ACD-0652-4EA8-98A3-6BABAA770734}" type="pres">
      <dgm:prSet presAssocID="{B82E1C12-DA64-4FA4-AA13-0C5463A1DE7A}" presName="spaceRect" presStyleCnt="0"/>
      <dgm:spPr/>
    </dgm:pt>
    <dgm:pt modelId="{7121F5B2-91BC-48B8-9FB4-EC74EBDE43B8}" type="pres">
      <dgm:prSet presAssocID="{B82E1C12-DA64-4FA4-AA13-0C5463A1DE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5CB4A0A-BC48-4C14-B5D0-9B80C8EF1E63}" type="presOf" srcId="{1C60344A-BD08-4FD2-BDA1-866AFF060997}" destId="{D89360A7-1515-48F4-8520-4A4FC87EB197}" srcOrd="0" destOrd="0" presId="urn:microsoft.com/office/officeart/2018/2/layout/IconVerticalSolidList"/>
    <dgm:cxn modelId="{17D5420F-FF62-4C60-A220-E8249032900B}" srcId="{A614CC58-3767-47BE-AEDD-79FB738E5678}" destId="{0EAF29EE-2463-49CF-A418-294567F994E5}" srcOrd="0" destOrd="0" parTransId="{429AEB1B-8181-4C2F-8B90-08925D5953EA}" sibTransId="{3F45B377-91A0-4823-80EE-2420C5EF474F}"/>
    <dgm:cxn modelId="{2FE9B234-5CA1-470B-ACE4-BF57BF501994}" type="presOf" srcId="{A614CC58-3767-47BE-AEDD-79FB738E5678}" destId="{C6D8257D-9B25-4A68-B9FE-D94EDA1BEDC7}" srcOrd="0" destOrd="0" presId="urn:microsoft.com/office/officeart/2018/2/layout/IconVerticalSolidList"/>
    <dgm:cxn modelId="{B08EF23B-A3FB-4624-9766-029A44A8FA06}" srcId="{A614CC58-3767-47BE-AEDD-79FB738E5678}" destId="{1C60344A-BD08-4FD2-BDA1-866AFF060997}" srcOrd="1" destOrd="0" parTransId="{3533E875-0AAC-4BF3-95D5-D609E7660E51}" sibTransId="{2D3050F0-E3F0-4741-9C8F-DC64E3DD6F2A}"/>
    <dgm:cxn modelId="{D4F23458-DBF8-40C3-AF37-C82960D849CA}" srcId="{A614CC58-3767-47BE-AEDD-79FB738E5678}" destId="{B82E1C12-DA64-4FA4-AA13-0C5463A1DE7A}" srcOrd="3" destOrd="0" parTransId="{AF62610D-B36B-46BD-8745-028E6A7C0AE0}" sibTransId="{DD015450-4368-4178-B24C-C141A7E7E027}"/>
    <dgm:cxn modelId="{321EE0BA-F33C-4980-A8E7-896558C14BFD}" type="presOf" srcId="{0EAF29EE-2463-49CF-A418-294567F994E5}" destId="{DB74AA4F-5142-40CB-B259-91D074E2076D}" srcOrd="0" destOrd="0" presId="urn:microsoft.com/office/officeart/2018/2/layout/IconVerticalSolidList"/>
    <dgm:cxn modelId="{8353BFC4-CAD1-4746-819E-E73052D261CF}" srcId="{A614CC58-3767-47BE-AEDD-79FB738E5678}" destId="{E1A92285-604C-4D19-8814-B297462B1A6F}" srcOrd="2" destOrd="0" parTransId="{43DD87BE-FB3D-4A87-B7C7-D03A96E4B88D}" sibTransId="{4A2F9A1F-E4C5-4E90-A925-69324A6886C0}"/>
    <dgm:cxn modelId="{100CF9D6-8C8F-4317-B573-358E5D2F4207}" type="presOf" srcId="{B82E1C12-DA64-4FA4-AA13-0C5463A1DE7A}" destId="{7121F5B2-91BC-48B8-9FB4-EC74EBDE43B8}" srcOrd="0" destOrd="0" presId="urn:microsoft.com/office/officeart/2018/2/layout/IconVerticalSolidList"/>
    <dgm:cxn modelId="{F11188F5-A8CF-4842-B7B7-EFFA48140494}" type="presOf" srcId="{E1A92285-604C-4D19-8814-B297462B1A6F}" destId="{A2FEDA5A-0DD5-4D64-9F36-3E2FA987B89A}" srcOrd="0" destOrd="0" presId="urn:microsoft.com/office/officeart/2018/2/layout/IconVerticalSolidList"/>
    <dgm:cxn modelId="{1F2D7212-08AF-4D1D-ADA8-708C2E3EB4E0}" type="presParOf" srcId="{C6D8257D-9B25-4A68-B9FE-D94EDA1BEDC7}" destId="{8C6E9450-02A3-4F55-B25B-E44E5AB069CF}" srcOrd="0" destOrd="0" presId="urn:microsoft.com/office/officeart/2018/2/layout/IconVerticalSolidList"/>
    <dgm:cxn modelId="{B5B4D4AB-39D5-458C-8F5E-F6B38DB00B36}" type="presParOf" srcId="{8C6E9450-02A3-4F55-B25B-E44E5AB069CF}" destId="{84E4263E-26A8-4599-BB86-AEEF2DD7CEC4}" srcOrd="0" destOrd="0" presId="urn:microsoft.com/office/officeart/2018/2/layout/IconVerticalSolidList"/>
    <dgm:cxn modelId="{30FE03BF-EFCF-47DB-8854-5D1D91F16FE0}" type="presParOf" srcId="{8C6E9450-02A3-4F55-B25B-E44E5AB069CF}" destId="{571FE10B-6E95-4D41-B73D-6DC7AE7F50FC}" srcOrd="1" destOrd="0" presId="urn:microsoft.com/office/officeart/2018/2/layout/IconVerticalSolidList"/>
    <dgm:cxn modelId="{169AA868-2D85-475D-8004-F166BBE01ADE}" type="presParOf" srcId="{8C6E9450-02A3-4F55-B25B-E44E5AB069CF}" destId="{F96BB823-8D39-4193-BF85-3BA5A6CFD301}" srcOrd="2" destOrd="0" presId="urn:microsoft.com/office/officeart/2018/2/layout/IconVerticalSolidList"/>
    <dgm:cxn modelId="{2DBD8E66-EA26-4DBF-B5CA-48004D3B78FF}" type="presParOf" srcId="{8C6E9450-02A3-4F55-B25B-E44E5AB069CF}" destId="{DB74AA4F-5142-40CB-B259-91D074E2076D}" srcOrd="3" destOrd="0" presId="urn:microsoft.com/office/officeart/2018/2/layout/IconVerticalSolidList"/>
    <dgm:cxn modelId="{3A32E2A1-055F-47AD-9943-7D42A049E217}" type="presParOf" srcId="{C6D8257D-9B25-4A68-B9FE-D94EDA1BEDC7}" destId="{7B19A1C7-5AA2-481C-B485-7C47BDFAF5F4}" srcOrd="1" destOrd="0" presId="urn:microsoft.com/office/officeart/2018/2/layout/IconVerticalSolidList"/>
    <dgm:cxn modelId="{36DE4C99-3177-423B-9632-0AF5E3A86C9F}" type="presParOf" srcId="{C6D8257D-9B25-4A68-B9FE-D94EDA1BEDC7}" destId="{5CAA6D68-DDAA-4AAB-AACC-75B1611DA0FF}" srcOrd="2" destOrd="0" presId="urn:microsoft.com/office/officeart/2018/2/layout/IconVerticalSolidList"/>
    <dgm:cxn modelId="{637944C9-86E4-482D-BC77-5F1DDE6FEE12}" type="presParOf" srcId="{5CAA6D68-DDAA-4AAB-AACC-75B1611DA0FF}" destId="{7D90E85E-0305-4270-AC5F-9965B25DBBFF}" srcOrd="0" destOrd="0" presId="urn:microsoft.com/office/officeart/2018/2/layout/IconVerticalSolidList"/>
    <dgm:cxn modelId="{B832A58F-A91F-41B9-B661-2A5E2927DF58}" type="presParOf" srcId="{5CAA6D68-DDAA-4AAB-AACC-75B1611DA0FF}" destId="{CE8ED619-FA6F-4FE6-89D5-A4ACDDEE94BE}" srcOrd="1" destOrd="0" presId="urn:microsoft.com/office/officeart/2018/2/layout/IconVerticalSolidList"/>
    <dgm:cxn modelId="{3EE3C775-0D4C-433C-A636-3C16FC78F336}" type="presParOf" srcId="{5CAA6D68-DDAA-4AAB-AACC-75B1611DA0FF}" destId="{A34638E4-CDE1-4C77-9561-3A1B0028C521}" srcOrd="2" destOrd="0" presId="urn:microsoft.com/office/officeart/2018/2/layout/IconVerticalSolidList"/>
    <dgm:cxn modelId="{D1648EC6-858D-4BEF-851B-A1B6D5E30B91}" type="presParOf" srcId="{5CAA6D68-DDAA-4AAB-AACC-75B1611DA0FF}" destId="{D89360A7-1515-48F4-8520-4A4FC87EB197}" srcOrd="3" destOrd="0" presId="urn:microsoft.com/office/officeart/2018/2/layout/IconVerticalSolidList"/>
    <dgm:cxn modelId="{AFADD490-9F55-4B0D-A878-0CB7D99E69E7}" type="presParOf" srcId="{C6D8257D-9B25-4A68-B9FE-D94EDA1BEDC7}" destId="{77A854D3-9C5E-490F-97D3-C8792087A339}" srcOrd="3" destOrd="0" presId="urn:microsoft.com/office/officeart/2018/2/layout/IconVerticalSolidList"/>
    <dgm:cxn modelId="{9401AF0F-D922-4C88-9A41-1178860D6F4A}" type="presParOf" srcId="{C6D8257D-9B25-4A68-B9FE-D94EDA1BEDC7}" destId="{3064EAF3-D4D1-4836-A8C6-95BA39422657}" srcOrd="4" destOrd="0" presId="urn:microsoft.com/office/officeart/2018/2/layout/IconVerticalSolidList"/>
    <dgm:cxn modelId="{072ABAF9-790F-4A38-B15D-B7CDDBEF3435}" type="presParOf" srcId="{3064EAF3-D4D1-4836-A8C6-95BA39422657}" destId="{B3E108B4-CC72-4033-9DED-6F25EE71627F}" srcOrd="0" destOrd="0" presId="urn:microsoft.com/office/officeart/2018/2/layout/IconVerticalSolidList"/>
    <dgm:cxn modelId="{197B4DC4-5FEB-44E1-B6CF-EF37A1776ECD}" type="presParOf" srcId="{3064EAF3-D4D1-4836-A8C6-95BA39422657}" destId="{82E29E7C-5C69-4BE3-B9B8-7A505B923B88}" srcOrd="1" destOrd="0" presId="urn:microsoft.com/office/officeart/2018/2/layout/IconVerticalSolidList"/>
    <dgm:cxn modelId="{1348E53E-EB23-415C-9E49-5043B4335D38}" type="presParOf" srcId="{3064EAF3-D4D1-4836-A8C6-95BA39422657}" destId="{815A72E3-5D2A-4B8A-9EED-2EFF4486D91E}" srcOrd="2" destOrd="0" presId="urn:microsoft.com/office/officeart/2018/2/layout/IconVerticalSolidList"/>
    <dgm:cxn modelId="{699AB0C9-BED7-4564-BEF6-F3B9B840DB8B}" type="presParOf" srcId="{3064EAF3-D4D1-4836-A8C6-95BA39422657}" destId="{A2FEDA5A-0DD5-4D64-9F36-3E2FA987B89A}" srcOrd="3" destOrd="0" presId="urn:microsoft.com/office/officeart/2018/2/layout/IconVerticalSolidList"/>
    <dgm:cxn modelId="{050B14EB-EA42-4F21-B5A1-15E00CCDEAF6}" type="presParOf" srcId="{C6D8257D-9B25-4A68-B9FE-D94EDA1BEDC7}" destId="{2E087C4D-AE75-428E-B312-13FF9EF80233}" srcOrd="5" destOrd="0" presId="urn:microsoft.com/office/officeart/2018/2/layout/IconVerticalSolidList"/>
    <dgm:cxn modelId="{C8EF7225-5AD1-4AEC-9605-206907C03631}" type="presParOf" srcId="{C6D8257D-9B25-4A68-B9FE-D94EDA1BEDC7}" destId="{46389D76-960E-4E15-B254-0A46A1A6B618}" srcOrd="6" destOrd="0" presId="urn:microsoft.com/office/officeart/2018/2/layout/IconVerticalSolidList"/>
    <dgm:cxn modelId="{19088ECF-95A9-4857-962C-3F8C863F0363}" type="presParOf" srcId="{46389D76-960E-4E15-B254-0A46A1A6B618}" destId="{02F31BF5-07D4-4E60-8E45-09C32CA4C42E}" srcOrd="0" destOrd="0" presId="urn:microsoft.com/office/officeart/2018/2/layout/IconVerticalSolidList"/>
    <dgm:cxn modelId="{CE1B2B51-2624-4670-AA6F-AB56128BD9DB}" type="presParOf" srcId="{46389D76-960E-4E15-B254-0A46A1A6B618}" destId="{8F3DAD5A-37CE-4E3F-B42C-DAD7502D4D01}" srcOrd="1" destOrd="0" presId="urn:microsoft.com/office/officeart/2018/2/layout/IconVerticalSolidList"/>
    <dgm:cxn modelId="{D085F11F-BD1B-4816-BF02-CEB3496D4CEC}" type="presParOf" srcId="{46389D76-960E-4E15-B254-0A46A1A6B618}" destId="{38601ACD-0652-4EA8-98A3-6BABAA770734}" srcOrd="2" destOrd="0" presId="urn:microsoft.com/office/officeart/2018/2/layout/IconVerticalSolidList"/>
    <dgm:cxn modelId="{AA7DD53D-D02F-41FF-A389-EF1660311B6C}" type="presParOf" srcId="{46389D76-960E-4E15-B254-0A46A1A6B618}" destId="{7121F5B2-91BC-48B8-9FB4-EC74EBDE43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0D26C-17D5-4775-B7A4-911943279D14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CD2E5-2DD0-480E-8F08-0BFB668862D1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9FC23-408F-48E1-A703-9E2ADC4886A5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2015 – </a:t>
          </a:r>
          <a:r>
            <a:rPr lang="en-US" sz="2300" b="1" kern="1200" dirty="0"/>
            <a:t>RFC </a:t>
          </a:r>
          <a:r>
            <a:rPr lang="en-GB" sz="2300" b="1" kern="1200" dirty="0"/>
            <a:t>7540</a:t>
          </a:r>
          <a:endParaRPr lang="en-US" sz="2300" kern="1200" dirty="0"/>
        </a:p>
      </dsp:txBody>
      <dsp:txXfrm>
        <a:off x="1834517" y="469890"/>
        <a:ext cx="3148942" cy="1335915"/>
      </dsp:txXfrm>
    </dsp:sp>
    <dsp:sp modelId="{4284EE6C-BA54-401C-B6CC-3D40E1D8C3C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9BCAF-F3BB-4A1C-835F-52B7C46A9DA7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BC1CD-7EF9-4738-9FED-AA4D05636F15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“</a:t>
          </a:r>
          <a:r>
            <a:rPr lang="en-GB" sz="2300" i="1" kern="1200" dirty="0"/>
            <a:t>Streams</a:t>
          </a:r>
          <a:r>
            <a:rPr lang="en-GB" sz="2300" b="1" kern="1200" dirty="0"/>
            <a:t>” - </a:t>
          </a:r>
          <a:r>
            <a:rPr lang="en-GB" sz="2300" kern="1200" dirty="0"/>
            <a:t>bidirectional flow of frames between the client and the server</a:t>
          </a:r>
          <a:endParaRPr lang="en-US" sz="2300" kern="1200" dirty="0"/>
        </a:p>
      </dsp:txBody>
      <dsp:txXfrm>
        <a:off x="7154322" y="469890"/>
        <a:ext cx="3148942" cy="1335915"/>
      </dsp:txXfrm>
    </dsp:sp>
    <dsp:sp modelId="{A09E955B-E088-4242-86EE-302A62EED52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A2FCF-FADA-4661-BFC7-69CECC7ABFC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8169D-0E1E-4AC3-877B-BCF9681315B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Multiplexing</a:t>
          </a:r>
          <a:r>
            <a:rPr lang="en-GB" sz="2300" kern="1200" dirty="0"/>
            <a:t> – multiple requests share the same connection</a:t>
          </a:r>
          <a:endParaRPr lang="en-US" sz="2300" kern="1200" dirty="0"/>
        </a:p>
      </dsp:txBody>
      <dsp:txXfrm>
        <a:off x="1834517" y="2545532"/>
        <a:ext cx="3148942" cy="1335915"/>
      </dsp:txXfrm>
    </dsp:sp>
    <dsp:sp modelId="{1AA4C954-0D9E-4616-A3D8-7A844B15F73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47981-A422-4D8A-959F-9EA59E0171DE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892E0-BA2D-4A9C-AC64-2CD519DD3BF7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i="1" kern="1200"/>
            <a:t>RST_STREAM </a:t>
          </a:r>
          <a:r>
            <a:rPr lang="en-GB" sz="2300" kern="1200"/>
            <a:t>frame – used by the client to end the connection</a:t>
          </a:r>
          <a:endParaRPr lang="en-US" sz="2300" kern="120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E2476-7C24-470A-8874-01707875A023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19A10-47CD-4B76-A238-EB3C482C277B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850E9-C551-466D-8814-6F9CB0FF86D3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Unilateral cancellation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No coordination is required — the client may cancel at any time.</a:t>
          </a:r>
          <a:endParaRPr lang="en-US" sz="1800" kern="1200" dirty="0"/>
        </a:p>
      </dsp:txBody>
      <dsp:txXfrm>
        <a:off x="1509882" y="708097"/>
        <a:ext cx="9005717" cy="1307257"/>
      </dsp:txXfrm>
    </dsp:sp>
    <dsp:sp modelId="{3CB1C9D2-EF66-4D3F-A110-3940B1E70E00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0BAB0-51E8-4820-8FFB-C9AEED40FB5D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9F118-F6F0-4742-A99C-5CCC86EB96E9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Immediate effect assumption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The client assumes the reset takes effect as soon as the server receives it, even before other TCP data is processed.</a:t>
          </a:r>
          <a:endParaRPr lang="en-US" sz="2100" kern="1200" dirty="0"/>
        </a:p>
      </dsp:txBody>
      <dsp:txXfrm>
        <a:off x="1509882" y="2342169"/>
        <a:ext cx="9005717" cy="13072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4263E-26A8-4599-BB86-AEEF2DD7CEC4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FE10B-6E95-4D41-B73D-6DC7AE7F50FC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4AA4F-5142-40CB-B259-91D074E2076D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Ignore RST_STREAM with idle streams</a:t>
          </a:r>
          <a:r>
            <a:rPr lang="en-GB" sz="1700" kern="1200" dirty="0"/>
            <a:t>: Clients should ignore RST_STREAM frames received on idle streams. If no request has been sent on a stream, a RST_STREAM is not valid.</a:t>
          </a:r>
          <a:endParaRPr lang="en-US" sz="1700" kern="1200" dirty="0"/>
        </a:p>
      </dsp:txBody>
      <dsp:txXfrm>
        <a:off x="1058686" y="1808"/>
        <a:ext cx="9456913" cy="916611"/>
      </dsp:txXfrm>
    </dsp:sp>
    <dsp:sp modelId="{7D90E85E-0305-4270-AC5F-9965B25DBBFF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ED619-FA6F-4FE6-89D5-A4ACDDEE94BE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360A7-1515-48F4-8520-4A4FC87EB197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Authenticate RST_STREAM</a:t>
          </a:r>
          <a:r>
            <a:rPr lang="en-GB" sz="1700" kern="1200" dirty="0"/>
            <a:t>: Optionally, clients could authenticate RST_STREAM frames to ensure they originate from the server and not from an attacker. This would require extending the HTTP/2 protocol.</a:t>
          </a:r>
          <a:endParaRPr lang="en-US" sz="1700" kern="1200" dirty="0"/>
        </a:p>
      </dsp:txBody>
      <dsp:txXfrm>
        <a:off x="1058686" y="1147573"/>
        <a:ext cx="9456913" cy="916611"/>
      </dsp:txXfrm>
    </dsp:sp>
    <dsp:sp modelId="{B3E108B4-CC72-4033-9DED-6F25EE71627F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29E7C-5C69-4BE3-B9B8-7A505B923B88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EDA5A-0DD5-4D64-9F36-3E2FA987B89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Use HTTPS</a:t>
          </a:r>
          <a:r>
            <a:rPr lang="en-GB" sz="1700" kern="1200" dirty="0"/>
            <a:t>: Encrypting the traffic with HTTPS (TLS) prevents attackers from seeing which resources are being requested and from injecting forged frames.</a:t>
          </a:r>
          <a:endParaRPr lang="en-US" sz="1700" kern="1200" dirty="0"/>
        </a:p>
      </dsp:txBody>
      <dsp:txXfrm>
        <a:off x="1058686" y="2293338"/>
        <a:ext cx="9456913" cy="916611"/>
      </dsp:txXfrm>
    </dsp:sp>
    <dsp:sp modelId="{02F31BF5-07D4-4E60-8E45-09C32CA4C42E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DAD5A-37CE-4E3F-B42C-DAD7502D4D01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1F5B2-91BC-48B8-9FB4-EC74EBDE43B8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Load critical resources early</a:t>
          </a:r>
          <a:r>
            <a:rPr lang="en-GB" sz="1700" kern="1200" dirty="0"/>
            <a:t>: Load the most critical resources as early as possible in the page lifecycle to reduce the window of vulnerability.</a:t>
          </a:r>
          <a:endParaRPr lang="en-US" sz="1700" kern="1200" dirty="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6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471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49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040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2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8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029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27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8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75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5930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B00A0B1-08E9-4657-A4C9-9B4C4150E1D6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7E3FBFF-8935-4D88-8585-C4587AD7C55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464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loudflare.com/technical-breakdown-http2-rapid-reset-ddos-attack/" TargetMode="External"/><Relationship Id="rId2" Type="http://schemas.openxmlformats.org/officeDocument/2006/relationships/hyperlink" Target="https://owasp.org/www-community/attacks/HTTP2_Reset_Attac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loudflare.com/en-gb/learning/performance/http2-vs-http1.1/" TargetMode="External"/><Relationship Id="rId4" Type="http://schemas.openxmlformats.org/officeDocument/2006/relationships/hyperlink" Target="https://cloud.google.com/blog/products/identity-security/how-it-works-the-novel-http2-rapid-reset-ddos-atta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FDDB2-949E-8EB2-A412-E94EB9B2B0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69246-A109-A92A-B7D5-F357B4FA5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HTTP/2 Rapid Reset Attack</a:t>
            </a:r>
            <a:endParaRPr lang="en-GB" sz="6600" b="1" dirty="0">
              <a:ln w="22225">
                <a:solidFill>
                  <a:schemeClr val="tx1"/>
                </a:solidFill>
                <a:miter lim="800000"/>
              </a:ln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314C7-9092-E178-EAD7-73B72BC5B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Maria Sf</a:t>
            </a:r>
            <a:r>
              <a:rPr lang="ro-RO" dirty="0">
                <a:solidFill>
                  <a:schemeClr val="bg1"/>
                </a:solidFill>
              </a:rPr>
              <a:t>îrăială</a:t>
            </a:r>
            <a:br>
              <a:rPr lang="ro-RO" dirty="0">
                <a:solidFill>
                  <a:schemeClr val="bg1"/>
                </a:solidFill>
              </a:rPr>
            </a:br>
            <a:r>
              <a:rPr lang="ro-RO" dirty="0">
                <a:solidFill>
                  <a:schemeClr val="bg1"/>
                </a:solidFill>
              </a:rPr>
              <a:t>Andrei Petrea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121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FD05C-4393-E41C-3DAC-1AB9880D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C06C558-CFD6-D6FE-AAA4-6CEF8A28E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007406"/>
            <a:ext cx="7214616" cy="48157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B4E6BB-C648-34FF-6519-BEC2095B56D0}"/>
              </a:ext>
            </a:extLst>
          </p:cNvPr>
          <p:cNvSpPr txBox="1"/>
          <p:nvPr/>
        </p:nvSpPr>
        <p:spPr>
          <a:xfrm>
            <a:off x="6096000" y="5694249"/>
            <a:ext cx="3687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Recent top network attacks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6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E0C370-CA15-BA56-C3F3-4D9285EE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ro-RO" sz="4000">
                <a:solidFill>
                  <a:schemeClr val="tx2"/>
                </a:solidFill>
              </a:rPr>
              <a:t>HTTP (HyperText Transfer Protocol)</a:t>
            </a:r>
            <a:endParaRPr lang="en-GB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4AB3-AA61-D90B-C390-6174907A0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3" y="801866"/>
            <a:ext cx="590548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ro-RO" sz="2400" dirty="0">
                <a:solidFill>
                  <a:schemeClr val="tx2"/>
                </a:solidFill>
              </a:rPr>
              <a:t>1991 – invented by </a:t>
            </a:r>
            <a:r>
              <a:rPr lang="en-GB" sz="2400" dirty="0">
                <a:solidFill>
                  <a:schemeClr val="tx2"/>
                </a:solidFill>
              </a:rPr>
              <a:t>Tim Berners-Lee</a:t>
            </a:r>
          </a:p>
          <a:p>
            <a:r>
              <a:rPr lang="ro-RO" sz="2400" dirty="0">
                <a:solidFill>
                  <a:schemeClr val="tx2"/>
                </a:solidFill>
              </a:rPr>
              <a:t>90-98% of internet traffic (51% of all DoS)</a:t>
            </a:r>
          </a:p>
          <a:p>
            <a:r>
              <a:rPr lang="ro-RO" sz="2400" dirty="0">
                <a:solidFill>
                  <a:schemeClr val="tx2"/>
                </a:solidFill>
              </a:rPr>
              <a:t>3 main versions </a:t>
            </a:r>
          </a:p>
          <a:p>
            <a:pPr lvl="2"/>
            <a:r>
              <a:rPr lang="ro-RO" sz="2400" dirty="0">
                <a:solidFill>
                  <a:schemeClr val="tx2"/>
                </a:solidFill>
              </a:rPr>
              <a:t>HTTP/1.1 </a:t>
            </a:r>
          </a:p>
          <a:p>
            <a:pPr lvl="2"/>
            <a:r>
              <a:rPr lang="ro-RO" sz="2400" dirty="0">
                <a:solidFill>
                  <a:schemeClr val="tx2"/>
                </a:solidFill>
              </a:rPr>
              <a:t>HTTP/2</a:t>
            </a:r>
          </a:p>
          <a:p>
            <a:pPr lvl="2"/>
            <a:r>
              <a:rPr lang="ro-RO" sz="2400" dirty="0">
                <a:solidFill>
                  <a:schemeClr val="tx2"/>
                </a:solidFill>
              </a:rPr>
              <a:t>HTTP/3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DA13B1-2D37-B238-1BA8-B3E72B6D32FF}"/>
              </a:ext>
            </a:extLst>
          </p:cNvPr>
          <p:cNvSpPr/>
          <p:nvPr/>
        </p:nvSpPr>
        <p:spPr>
          <a:xfrm>
            <a:off x="6862916" y="3549445"/>
            <a:ext cx="1681316" cy="5997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9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312F4-69F8-65CA-E9FF-CF81E888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HTTP/2</a:t>
            </a:r>
            <a:endParaRPr lang="en-GB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507FC-6B61-5E0B-3F05-56AEB6582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7588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81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0CD2E5-2DD0-480E-8F08-0BFB668862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20D26C-17D5-4775-B7A4-911943279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E9FC23-408F-48E1-A703-9E2ADC4886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84EE6C-BA54-401C-B6CC-3D40E1D8C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29BCAF-F3BB-4A1C-835F-52B7C46A9D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3BC1CD-7EF9-4738-9FED-AA4D05636F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09E955B-E088-4242-86EE-302A62EED5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AA2FCF-FADA-4661-BFC7-69CECC7AB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48169D-0E1E-4AC3-877B-BCF968131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747981-A422-4D8A-959F-9EA59E0171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A4C954-0D9E-4616-A3D8-7A844B15F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C8892E0-BA2D-4A9C-AC64-2CD519DD3B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42CE9-2A36-7CB3-CE79-E5ED981B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HTTP/1.1 vs HTTP/2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6FEB4B-6ABF-53C3-3722-B54627895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96" r="11960"/>
          <a:stretch>
            <a:fillRect/>
          </a:stretch>
        </p:blipFill>
        <p:spPr>
          <a:xfrm>
            <a:off x="7741920" y="2264435"/>
            <a:ext cx="2252166" cy="41363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68CD7B-6E22-76BB-AEF7-4C3A0AE1E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r="58997"/>
          <a:stretch>
            <a:fillRect/>
          </a:stretch>
        </p:blipFill>
        <p:spPr>
          <a:xfrm>
            <a:off x="2110602" y="2283014"/>
            <a:ext cx="2339478" cy="413636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BAEE6781-EA24-1941-EA47-7ED39D4FF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E65B5-DC4D-CBB2-11C5-F6652643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The problem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1FD4CF-D41F-BB65-16DC-61155F8A6B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10952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46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119A10-47CD-4B76-A238-EB3C482C27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AE2476-7C24-470A-8874-01707875A0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A850E9-C551-466D-8814-6F9CB0FF86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B1C9D2-EF66-4D3F-A110-3940B1E70E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C0BAB0-51E8-4820-8FFB-C9AEED40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FD9F118-F6F0-4742-A99C-5CCC86EB96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A1C41-89F5-482C-3389-6A470C1C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o-RO" sz="5400"/>
              <a:t>The attack</a:t>
            </a:r>
            <a:endParaRPr lang="en-GB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7553A-2A6A-DA81-1354-46B01BBD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Client sends a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Immediately sends </a:t>
            </a:r>
            <a:r>
              <a:rPr lang="ro-RO" sz="2200" dirty="0"/>
              <a:t> </a:t>
            </a:r>
            <a:r>
              <a:rPr lang="en-US" sz="2200" i="1" dirty="0"/>
              <a:t>RST_STREAM</a:t>
            </a:r>
            <a:r>
              <a:rPr lang="en-US" sz="2200" dirty="0"/>
              <a:t>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Server begins processing, then rapidly resets the request, but leaving the HTTP/2 connection open</a:t>
            </a:r>
          </a:p>
          <a:p>
            <a:pPr marL="514350" indent="-514350">
              <a:buFont typeface="+mj-lt"/>
              <a:buAutoNum type="arabicPeriod"/>
            </a:pPr>
            <a:endParaRPr lang="en-GB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6BA43-6E15-9395-D4CC-EB52E7B2B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2" r="-1852"/>
          <a:stretch>
            <a:fillRect/>
          </a:stretch>
        </p:blipFill>
        <p:spPr>
          <a:xfrm>
            <a:off x="7400438" y="640080"/>
            <a:ext cx="285618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4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D17B3-5B5C-85DF-0651-BE2FA9F7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89D8B-0419-37C5-5D33-B2AC9DDF6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3" b="23228"/>
          <a:stretch>
            <a:fillRect/>
          </a:stretch>
        </p:blipFill>
        <p:spPr>
          <a:xfrm>
            <a:off x="830792" y="2066258"/>
            <a:ext cx="10530416" cy="397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5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E1773-347E-0150-6CF5-289ECF3E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400" dirty="0"/>
              <a:t>Effects</a:t>
            </a:r>
            <a:endParaRPr lang="en-GB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8953D-F4E4-54CD-351B-88FBCC164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607070"/>
            <a:ext cx="5458968" cy="3643860"/>
          </a:xfrm>
          <a:prstGeom prst="rect">
            <a:avLst/>
          </a:prstGeom>
        </p:spPr>
      </p:pic>
      <p:sp>
        <p:nvSpPr>
          <p:cNvPr id="29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68AF6-2D84-3B9E-F83C-0D370F7B2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 dirty="0"/>
              <a:t>CVSS : 7.5 HIGH</a:t>
            </a:r>
          </a:p>
          <a:p>
            <a:r>
              <a:rPr lang="en-GB" sz="2200" dirty="0"/>
              <a:t>398 million requests per second at peak</a:t>
            </a:r>
          </a:p>
          <a:p>
            <a:r>
              <a:rPr lang="en-GB" sz="2200" dirty="0"/>
              <a:t>12% of all requests worldwide ended in </a:t>
            </a:r>
            <a:r>
              <a:rPr lang="en-GB" sz="2200" i="1" dirty="0"/>
              <a:t>“502 Bad Gateway” </a:t>
            </a:r>
            <a:r>
              <a:rPr lang="en-GB" sz="2200" dirty="0"/>
              <a:t>error</a:t>
            </a:r>
          </a:p>
          <a:p>
            <a:endParaRPr lang="en-GB" sz="2200" dirty="0"/>
          </a:p>
          <a:p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209864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83D6F-CC1F-3BB1-A191-6E541F5E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Mitigations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42CDC8-91FF-B3AB-C5C2-4260C68DA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14286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719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E4263E-26A8-4599-BB86-AEEF2DD7CE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1FE10B-6E95-4D41-B73D-6DC7AE7F50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74AA4F-5142-40CB-B259-91D074E207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8ED619-FA6F-4FE6-89D5-A4ACDDEE9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90E85E-0305-4270-AC5F-9965B25DBB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9360A7-1515-48F4-8520-4A4FC87EB1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3E108B4-CC72-4033-9DED-6F25EE716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E29E7C-5C69-4BE3-B9B8-7A505B923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FEDA5A-0DD5-4D64-9F36-3E2FA987B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3DAD5A-37CE-4E3F-B42C-DAD7502D4D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2F31BF5-07D4-4E60-8E45-09C32CA4C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21F5B2-91BC-48B8-9FB4-EC74EBDE4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2BCA1-5E3A-008D-3D6E-BC3E5984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References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8CFAC-BF27-F44E-864E-6AD08E03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>
                <a:hlinkClick r:id="rId2"/>
              </a:rPr>
              <a:t>HTTP/2 Reset Attack | OWASP Foundation</a:t>
            </a:r>
            <a:endParaRPr lang="en-GB" sz="2200" dirty="0"/>
          </a:p>
          <a:p>
            <a:r>
              <a:rPr lang="en-GB" sz="2200" dirty="0">
                <a:hlinkClick r:id="rId3"/>
              </a:rPr>
              <a:t>HTTP/2 Rapid Reset: deconstructing the record-breaking attack</a:t>
            </a:r>
            <a:endParaRPr lang="en-GB" sz="2200" dirty="0"/>
          </a:p>
          <a:p>
            <a:r>
              <a:rPr lang="en-GB" sz="2200" dirty="0">
                <a:hlinkClick r:id="rId4"/>
              </a:rPr>
              <a:t>How it works: The novel HTTP/2 ‘Rapid Reset’ DDoS attack | Google Cloud Blog</a:t>
            </a:r>
            <a:endParaRPr lang="en-GB" sz="2200" dirty="0"/>
          </a:p>
          <a:p>
            <a:r>
              <a:rPr lang="en-GB" sz="2200" dirty="0">
                <a:hlinkClick r:id="rId5"/>
              </a:rPr>
              <a:t>HTTP/2 vs. HTTP/1.1 | Cloudflare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912990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377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HTTP/2 Rapid Reset Attack</vt:lpstr>
      <vt:lpstr>Introduction</vt:lpstr>
      <vt:lpstr>HTTP (HyperText Transfer Protocol)</vt:lpstr>
      <vt:lpstr>HTTP/2</vt:lpstr>
      <vt:lpstr>HTTP/1.1 vs HTTP/2</vt:lpstr>
      <vt:lpstr>The problem</vt:lpstr>
      <vt:lpstr>The attack</vt:lpstr>
      <vt:lpstr>Demo </vt:lpstr>
      <vt:lpstr>Effects</vt:lpstr>
      <vt:lpstr>Mitigations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PETREA (123999)</dc:creator>
  <cp:lastModifiedBy>Andrei PETREA (123999)</cp:lastModifiedBy>
  <cp:revision>17</cp:revision>
  <dcterms:created xsi:type="dcterms:W3CDTF">2026-01-19T18:21:19Z</dcterms:created>
  <dcterms:modified xsi:type="dcterms:W3CDTF">2026-01-19T20:30:50Z</dcterms:modified>
</cp:coreProperties>
</file>